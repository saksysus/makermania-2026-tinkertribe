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86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82119" y="1301279"/>
            <a:ext cx="5865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Non-Contact Authentication System for Controlled Laboratory Environments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782119" y="2842840"/>
            <a:ext cx="5865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TinkerTribe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Sakshi Gupta · Yash Patwardhan · Aayushi Choudhary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553519" y="3615407"/>
            <a:ext cx="6322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7A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design-thinking, engineering-focused approach to touchless access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84994"/>
            <a:ext cx="5865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Identification -Operational Constraints &amp; Risks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3569"/>
            <a:ext cx="2861965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00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Methods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36602"/>
            <a:ext cx="25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badges, contact fingerprint readers, and camera-based face recognition are widely used.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99842" y="1883569"/>
            <a:ext cx="2862039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46363" y="2030090"/>
            <a:ext cx="19984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Laboratory Constraints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46363" y="2336602"/>
            <a:ext cx="25689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Contamination risk, PPE requirements, chemical environments, and glove use make contact biometrics impractical.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05324"/>
            <a:ext cx="5865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4518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Needs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758357"/>
            <a:ext cx="5572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Touchless, hygienic, non-wearable, robust to PPE, and compatible with controlled atmosphere protocols.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8207"/>
            <a:ext cx="77044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SCAMPER Applied - Key Design Decisions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4711"/>
            <a:ext cx="571798" cy="714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2147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Substitute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521223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contact/wearable methods with passive physical profile (height + weight) to enable touchless verification.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214711"/>
            <a:ext cx="571798" cy="714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2147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521223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Fuse laser/optical height sensing and precision load-cell weight reading for a two-factor physical signature.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214711"/>
            <a:ext cx="571798" cy="714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2147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 / Modify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521223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safety gate and industrial weighing concepts; modify access flow to verify person directly before badge read.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7921"/>
            <a:ext cx="8244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SCAMPER (cont.) - Implementation, Validation &amp; Next Steps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10" y="1976363"/>
            <a:ext cx="1826121" cy="1083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0604" y="2765023"/>
            <a:ext cx="453914" cy="174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Match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1148547" y="2765023"/>
            <a:ext cx="453914" cy="174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Weight Capture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67164" y="2808744"/>
            <a:ext cx="453914" cy="8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Height Scan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49610" y="3191098"/>
            <a:ext cx="1826121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Three-stage flow minimizes false accepts: capture → fuse → decision. All steps are non-contact and operate with PPE.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93925" y="1496392"/>
            <a:ext cx="1957462" cy="1759074"/>
          </a:xfrm>
          <a:prstGeom prst="roundRect">
            <a:avLst>
              <a:gd name="adj" fmla="val 30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27127" y="162959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27127" y="1946672"/>
            <a:ext cx="1691060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physical ID contact points, fingerprint readers, and manual touch interactions -reducing contamination vectors.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7771" y="1496392"/>
            <a:ext cx="1957462" cy="1759074"/>
          </a:xfrm>
          <a:prstGeom prst="roundRect">
            <a:avLst>
              <a:gd name="adj" fmla="val 30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972" y="162959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 to Another Use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00972" y="1946672"/>
            <a:ext cx="1691060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existing safety scales and ceiling-mount sensors for authentication and environmental monitoring.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41616" y="1496392"/>
            <a:ext cx="1957536" cy="1759074"/>
          </a:xfrm>
          <a:prstGeom prst="roundRect">
            <a:avLst>
              <a:gd name="adj" fmla="val 30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74818" y="162959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Reverse / Rearrange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74818" y="1946672"/>
            <a:ext cx="1691134" cy="117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person by physiological profile first, then log access to digital identity-reducing dependency on carried tokens.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93925" y="3371850"/>
            <a:ext cx="6105227" cy="1252686"/>
          </a:xfrm>
          <a:prstGeom prst="roundRect">
            <a:avLst>
              <a:gd name="adj" fmla="val 43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27127" y="3505051"/>
            <a:ext cx="220503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Plan &amp; Next Steps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727127" y="3822129"/>
            <a:ext cx="5838825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in controlled lab with 200+ samples (PPE variants)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fusion algorithm (thresholds, adaptive filtering)</a:t>
            </a:r>
            <a:endParaRPr lang="en-US" sz="1000" dirty="0"/>
          </a:p>
          <a:p>
            <a:pPr algn="l" marL="342900" indent="-3429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&amp; privacy assessment; fail-safe override &amp; audit trail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2026-06-10T09:22:13Z</dcterms:created>
  <dcterms:modified xsi:type="dcterms:W3CDTF">2026-06-10T09:22:13Z</dcterms:modified>
</cp:coreProperties>
</file>